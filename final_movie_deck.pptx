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Performance Analysis (2010–2019)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Summary:</a:t>
            </a:r>
          </a:p>
          <a:p>
            <a:r>
              <a:t>Analysis of IMDB data to identify drivers of movie success using genre, runtime, and directors.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Movie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 Score = Rating × log(Votes)</a:t>
            </a:r>
          </a:p>
          <a:p>
            <a:r>
              <a:t>Balances quality perception and audience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 Performance Overview</a:t>
            </a:r>
          </a:p>
        </p:txBody>
      </p:sp>
      <p:pic>
        <p:nvPicPr>
          <p:cNvPr id="3" name="Picture 2" descr="gen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 × Genre Performance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high-rated genres, optimal runtime (90–120 min), and proven director-genre combinations.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